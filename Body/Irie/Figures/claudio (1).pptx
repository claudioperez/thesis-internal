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864" r:id="rId2"/>
    <p:sldId id="1698" r:id="rId3"/>
    <p:sldId id="1758" r:id="rId4"/>
    <p:sldId id="18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56F8B-275F-433F-853F-0AB4EE1DB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7E982-49E1-4A85-90D1-03FA34E62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8A631-CBE8-46FA-8A8B-A000D57A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31B8-0321-44BA-92BF-EEF81B7B0E22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41E52-7A64-42C3-83A0-09BF30E1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D8C8D-B2BC-415F-9130-DB6ADDA2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F8A9A-39F3-4B2B-945A-74F380540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4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7B727-F805-4134-9257-E689E56D6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9EA9-4C8B-4199-8A4E-465CADDB4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393C8-6F02-4272-A517-8D7E4312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31B8-0321-44BA-92BF-EEF81B7B0E22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AABF2-AED0-46FA-92E8-E94C19618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B8242-D122-4343-8213-C4D70E440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F8A9A-39F3-4B2B-945A-74F380540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0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6E04-D183-4E88-9CA5-66A326725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97E6D-10E9-43AC-A184-478CDAA46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D927-E8D0-4F83-8AE0-1835B288D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31B8-0321-44BA-92BF-EEF81B7B0E22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18380-3757-4E41-916F-70A607DF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9554C-EF9F-4A33-A732-846648C5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F8A9A-39F3-4B2B-945A-74F380540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15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948F-3C48-4F7E-A136-EAD9310EC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482E3-F489-48C9-ADAA-9CABFC29E6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EF82D-8497-4B60-A34E-1808C8FAF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F5FE5-0555-4D57-8979-87A0B2E00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31B8-0321-44BA-92BF-EEF81B7B0E22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30920-BABB-4166-B8F3-2AAC54EE5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2466D-0C41-4F3B-B86F-445BA131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F8A9A-39F3-4B2B-945A-74F380540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8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FB86E-5506-47B9-B542-619B6A11F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6D2F3-1429-4A4D-9E30-82D0327FE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B5E50-9AFF-4108-8A8B-153A921DA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4AF7FF-FF89-4AD4-80B5-6987293BA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120842-666A-4C1E-B588-1998E55FE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464C33-8A13-4130-B7F6-99ABF00ED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31B8-0321-44BA-92BF-EEF81B7B0E22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CAA20D-E4A4-4902-A030-BB9DAF39E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FA7C28-AF4F-4F65-AB80-60344B627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F8A9A-39F3-4B2B-945A-74F380540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44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4DA28-8452-4C20-BA5D-8678ED9D2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9F6BEB-16D2-46A7-BB56-893E49D2C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31B8-0321-44BA-92BF-EEF81B7B0E22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1D418-7FA7-4879-A562-6791F62D2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5A0A49-AB8E-426E-B201-EB1B8B75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F8A9A-39F3-4B2B-945A-74F380540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78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212383-023C-4F84-A50B-5F8220B99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31B8-0321-44BA-92BF-EEF81B7B0E22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F223FC-7080-46D6-BD92-09C661A2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94B88-B263-481D-B1CE-9662EF7D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F8A9A-39F3-4B2B-945A-74F380540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1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9B18-1B2B-44A3-8D0B-031204FC1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BD48F-3CE2-4648-8D01-D21A27EEB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33743-013A-4CCF-8DE9-E9B8675CD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1691F-CCE7-4D8C-87A6-4CD856700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31B8-0321-44BA-92BF-EEF81B7B0E22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7720E-9E3E-4675-8D15-E4C1D043E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F5E95-44D0-4C49-8FAA-611194E5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F8A9A-39F3-4B2B-945A-74F380540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2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B401-6099-410E-B8E9-31226F0C1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4A56F-5AFC-4BE1-9BF7-DE8139B237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1E4DC-3A0E-4BC4-A00B-86F331800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FF0B9-34F3-4AB0-9888-4BA796D5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31B8-0321-44BA-92BF-EEF81B7B0E22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3D693-8678-42BD-AB6A-E901977B6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A3717-5074-488C-AF68-AA9081972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F8A9A-39F3-4B2B-945A-74F380540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17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E4C58-E1F5-4A4D-A3F6-F741F13D7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752883-6ADD-49C8-9839-3F9BC02C4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46F46-012C-4B2C-844A-65F944ECF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31B8-0321-44BA-92BF-EEF81B7B0E22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3B29D-C5AF-4CEF-B5D0-AA78E31D9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75518-3F01-4BAE-ACC7-2F096F79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F8A9A-39F3-4B2B-945A-74F380540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0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56757F-F05A-4041-87C9-B8C0C2763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BEB06B-8FDE-4FC1-9273-53F9B5F66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4B1A3-6607-4A8F-A32F-494154C0F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31B8-0321-44BA-92BF-EEF81B7B0E22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775F8-8750-480E-8DC6-8F19000F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0AD12-B0F4-4F6D-9ECF-8F8E56C88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F8A9A-39F3-4B2B-945A-74F380540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3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5E7ED9-27EA-412A-A670-09F72D41B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7E7AB-5CFB-42D4-8E09-67C7E6387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0E7BA-FE20-40BA-89FB-47B01058C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331B8-0321-44BA-92BF-EEF81B7B0E22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4F2EE-0C67-49EE-88CC-217D2A459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42D76-8180-4D92-ACC3-94AA5AE96B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F8A9A-39F3-4B2B-945A-74F380540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254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8017D-AE6A-4B92-B615-616D17896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 Platform: </a:t>
            </a:r>
            <a:r>
              <a:rPr lang="en-US" dirty="0" err="1"/>
              <a:t>Meloland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F0887-1F3E-4EBD-BA9E-50F48C4A3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21" y="1650454"/>
            <a:ext cx="9369814" cy="484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840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0F4A6C-CBDE-49F8-A333-7CEC109466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12" t="5555" r="6883"/>
          <a:stretch/>
        </p:blipFill>
        <p:spPr>
          <a:xfrm>
            <a:off x="6194051" y="1682825"/>
            <a:ext cx="5827471" cy="474982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736E07BA-9129-40F5-B8BE-66BF397D1D8C}"/>
              </a:ext>
            </a:extLst>
          </p:cNvPr>
          <p:cNvSpPr txBox="1">
            <a:spLocks/>
          </p:cNvSpPr>
          <p:nvPr/>
        </p:nvSpPr>
        <p:spPr>
          <a:xfrm>
            <a:off x="462366" y="165699"/>
            <a:ext cx="11267268" cy="7791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System Identification Over Time: </a:t>
            </a:r>
            <a:r>
              <a:rPr lang="en-US" sz="3600" dirty="0" err="1"/>
              <a:t>Meloland</a:t>
            </a:r>
            <a:endParaRPr lang="en-US" sz="3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C5ADB8-8603-4076-9560-5DC7902BA637}"/>
              </a:ext>
            </a:extLst>
          </p:cNvPr>
          <p:cNvSpPr txBox="1"/>
          <p:nvPr/>
        </p:nvSpPr>
        <p:spPr>
          <a:xfrm>
            <a:off x="7017964" y="2059937"/>
            <a:ext cx="38205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T=0.29 sec</a:t>
            </a: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mode period in transverse direction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B5DA8AD-4FDD-4D1F-9F4D-2F13ED763F4A}"/>
              </a:ext>
            </a:extLst>
          </p:cNvPr>
          <p:cNvSpPr/>
          <p:nvPr/>
        </p:nvSpPr>
        <p:spPr bwMode="auto">
          <a:xfrm>
            <a:off x="6899821" y="2068765"/>
            <a:ext cx="95560" cy="100584"/>
          </a:xfrm>
          <a:prstGeom prst="ellipse">
            <a:avLst/>
          </a:prstGeom>
          <a:solidFill>
            <a:srgbClr val="99CC00">
              <a:alpha val="50196"/>
            </a:srgb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charset="0"/>
              <a:ea typeface="ＭＳ Ｐゴシック" charset="0"/>
              <a:cs typeface="Arial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601A71D-B723-47DF-934E-9703C0247E4C}"/>
              </a:ext>
            </a:extLst>
          </p:cNvPr>
          <p:cNvSpPr/>
          <p:nvPr/>
        </p:nvSpPr>
        <p:spPr bwMode="auto">
          <a:xfrm>
            <a:off x="3515527" y="2539881"/>
            <a:ext cx="489531" cy="289061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charset="0"/>
              <a:ea typeface="ＭＳ Ｐゴシック" charset="0"/>
              <a:cs typeface="Arial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7924FE2-9886-4DC9-B821-7A0A87E5B9FF}"/>
              </a:ext>
            </a:extLst>
          </p:cNvPr>
          <p:cNvSpPr/>
          <p:nvPr/>
        </p:nvSpPr>
        <p:spPr bwMode="auto">
          <a:xfrm>
            <a:off x="3778750" y="4152181"/>
            <a:ext cx="496570" cy="479903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charset="0"/>
              <a:ea typeface="ＭＳ Ｐゴシック" charset="0"/>
              <a:cs typeface="Arial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5F3DCE1-C8F0-45D4-8560-35247F975976}"/>
              </a:ext>
            </a:extLst>
          </p:cNvPr>
          <p:cNvSpPr/>
          <p:nvPr/>
        </p:nvSpPr>
        <p:spPr>
          <a:xfrm>
            <a:off x="197774" y="1495996"/>
            <a:ext cx="4858987" cy="474982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78FFDE0-9720-478B-A4EE-1FBA2F781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614" y="3141284"/>
            <a:ext cx="3358465" cy="2376760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4898461-A645-400D-A255-E0A2E4FC6BDC}"/>
              </a:ext>
            </a:extLst>
          </p:cNvPr>
          <p:cNvSpPr/>
          <p:nvPr/>
        </p:nvSpPr>
        <p:spPr bwMode="auto">
          <a:xfrm>
            <a:off x="926049" y="3823988"/>
            <a:ext cx="496570" cy="328193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charset="0"/>
              <a:ea typeface="ＭＳ Ｐゴシック" charset="0"/>
              <a:cs typeface="Arial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5CF30EB-42D9-4F83-B216-EA41A4DC3C5D}"/>
              </a:ext>
            </a:extLst>
          </p:cNvPr>
          <p:cNvSpPr/>
          <p:nvPr/>
        </p:nvSpPr>
        <p:spPr bwMode="auto">
          <a:xfrm>
            <a:off x="1413250" y="5068328"/>
            <a:ext cx="643698" cy="422007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charset="0"/>
              <a:ea typeface="ＭＳ Ｐゴシック" charset="0"/>
              <a:cs typeface="Arial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6B51895-830A-4CF6-88A0-5CDB3D495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27" y="1929414"/>
            <a:ext cx="4419600" cy="11811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2C2D4E8-5A4B-4284-AE0C-4F6B9469596E}"/>
              </a:ext>
            </a:extLst>
          </p:cNvPr>
          <p:cNvSpPr txBox="1"/>
          <p:nvPr/>
        </p:nvSpPr>
        <p:spPr>
          <a:xfrm>
            <a:off x="7601391" y="2681457"/>
            <a:ext cx="4021384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el-GR" dirty="0"/>
              <a:t>ζ</a:t>
            </a:r>
            <a:r>
              <a:rPr lang="en-US" dirty="0"/>
              <a:t>=12%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T=0.2~0.3 sec </a:t>
            </a:r>
            <a:r>
              <a:rPr lang="en-US" dirty="0">
                <a:sym typeface="Wingdings" panose="05000000000000000000" pitchFamily="2" charset="2"/>
              </a:rPr>
              <a:t> Stiff bridge, large damping ratio </a:t>
            </a:r>
            <a:r>
              <a:rPr lang="en-US" dirty="0"/>
              <a:t>due to SSI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Explored with other data &amp; SI methods</a:t>
            </a:r>
          </a:p>
        </p:txBody>
      </p:sp>
      <p:pic>
        <p:nvPicPr>
          <p:cNvPr id="4" name="Picture 3" descr="Chart, histogram&#10;&#10;Description automatically generated">
            <a:extLst>
              <a:ext uri="{FF2B5EF4-FFF2-40B4-BE49-F238E27FC236}">
                <a16:creationId xmlns:a16="http://schemas.microsoft.com/office/drawing/2014/main" id="{EF19AF00-6A51-41E9-91E8-43A10739CC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994" y="1413329"/>
            <a:ext cx="6846528" cy="501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969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17D0A9F6-7533-44D6-85F4-1D62295DB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66" y="3178128"/>
            <a:ext cx="4100789" cy="280261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FD77B66-DA6C-42E3-99E7-CA89CA8FA8AB}"/>
              </a:ext>
            </a:extLst>
          </p:cNvPr>
          <p:cNvSpPr/>
          <p:nvPr/>
        </p:nvSpPr>
        <p:spPr>
          <a:xfrm>
            <a:off x="170478" y="1184399"/>
            <a:ext cx="4624546" cy="522981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47E568-91AA-4A50-9ECC-33195BFF26F2}"/>
              </a:ext>
            </a:extLst>
          </p:cNvPr>
          <p:cNvSpPr/>
          <p:nvPr/>
        </p:nvSpPr>
        <p:spPr bwMode="auto">
          <a:xfrm>
            <a:off x="3530280" y="4022143"/>
            <a:ext cx="474657" cy="360053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charset="0"/>
              <a:ea typeface="ＭＳ Ｐゴシック" charset="0"/>
              <a:cs typeface="Arial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16B18A7-C09F-4AC7-A535-B04AEE30546B}"/>
              </a:ext>
            </a:extLst>
          </p:cNvPr>
          <p:cNvSpPr/>
          <p:nvPr/>
        </p:nvSpPr>
        <p:spPr bwMode="auto">
          <a:xfrm>
            <a:off x="3407358" y="5146423"/>
            <a:ext cx="515029" cy="360053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charset="0"/>
              <a:ea typeface="ＭＳ Ｐゴシック" charset="0"/>
              <a:cs typeface="Arial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D403A3B-0DAA-4AAC-9558-4433DC8647A2}"/>
              </a:ext>
            </a:extLst>
          </p:cNvPr>
          <p:cNvSpPr txBox="1">
            <a:spLocks/>
          </p:cNvSpPr>
          <p:nvPr/>
        </p:nvSpPr>
        <p:spPr>
          <a:xfrm>
            <a:off x="462366" y="165699"/>
            <a:ext cx="11267268" cy="7791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System Identification Over Time: Painter Street</a:t>
            </a:r>
          </a:p>
        </p:txBody>
      </p:sp>
      <p:pic>
        <p:nvPicPr>
          <p:cNvPr id="3" name="Picture 2" descr="Graphical user interface, chart, histogram&#10;&#10;Description automatically generated">
            <a:extLst>
              <a:ext uri="{FF2B5EF4-FFF2-40B4-BE49-F238E27FC236}">
                <a16:creationId xmlns:a16="http://schemas.microsoft.com/office/drawing/2014/main" id="{83466835-3F81-486E-9843-5DA74F34F4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043" y="1515480"/>
            <a:ext cx="7198724" cy="4865083"/>
          </a:xfrm>
          <a:prstGeom prst="rect">
            <a:avLst/>
          </a:prstGeom>
        </p:spPr>
      </p:pic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A141FB30-8ED0-4795-9411-49F2FA5480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88"/>
          <a:stretch/>
        </p:blipFill>
        <p:spPr>
          <a:xfrm>
            <a:off x="198252" y="1795802"/>
            <a:ext cx="4469282" cy="68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62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046020-7C06-4E97-B187-65C5A02016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864" t="37980" r="24889" b="38990"/>
          <a:stretch/>
        </p:blipFill>
        <p:spPr>
          <a:xfrm>
            <a:off x="1437250" y="714151"/>
            <a:ext cx="4492570" cy="19928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A6FE59-2D7E-4FD3-97D1-AF9B3F2BE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22" y="2706965"/>
            <a:ext cx="5654970" cy="3887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4A91D1-6858-4A9E-A5BE-3DDB12450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700" y="2706965"/>
            <a:ext cx="4821621" cy="3609520"/>
          </a:xfrm>
          <a:prstGeom prst="rect">
            <a:avLst/>
          </a:prstGeom>
        </p:spPr>
      </p:pic>
      <p:pic>
        <p:nvPicPr>
          <p:cNvPr id="7" name="Picture 6" descr="A picture containing engineering drawing&#10;&#10;Description automatically generated">
            <a:extLst>
              <a:ext uri="{FF2B5EF4-FFF2-40B4-BE49-F238E27FC236}">
                <a16:creationId xmlns:a16="http://schemas.microsoft.com/office/drawing/2014/main" id="{8585D57D-CE4F-48D0-8C2F-4136FFA71BE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29" t="27243" r="24877" b="33549"/>
          <a:stretch/>
        </p:blipFill>
        <p:spPr>
          <a:xfrm>
            <a:off x="6888701" y="0"/>
            <a:ext cx="4821621" cy="2966649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614AAF34-35D3-464A-B750-60D4BB019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250" y="211905"/>
            <a:ext cx="9573344" cy="77910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Sensitivity Methods</a:t>
            </a:r>
          </a:p>
        </p:txBody>
      </p:sp>
    </p:spTree>
    <p:extLst>
      <p:ext uri="{BB962C8B-B14F-4D97-AF65-F5344CB8AC3E}">
        <p14:creationId xmlns:p14="http://schemas.microsoft.com/office/powerpoint/2010/main" val="320715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55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Tahoma</vt:lpstr>
      <vt:lpstr>Verdana</vt:lpstr>
      <vt:lpstr>Wingdings</vt:lpstr>
      <vt:lpstr>Office Theme</vt:lpstr>
      <vt:lpstr>Decision Making Platform: Meloland</vt:lpstr>
      <vt:lpstr>PowerPoint Presentation</vt:lpstr>
      <vt:lpstr>PowerPoint Presentation</vt:lpstr>
      <vt:lpstr>Sensitivity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Claudio Perez</dc:creator>
  <cp:lastModifiedBy>Claudio Perez</cp:lastModifiedBy>
  <cp:revision>2</cp:revision>
  <dcterms:created xsi:type="dcterms:W3CDTF">2022-02-23T14:29:21Z</dcterms:created>
  <dcterms:modified xsi:type="dcterms:W3CDTF">2022-02-23T14:43:41Z</dcterms:modified>
</cp:coreProperties>
</file>